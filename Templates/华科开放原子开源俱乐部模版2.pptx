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autoCompressPictures="0">
  <p:sldMasterIdLst>
    <p:sldMasterId id="2147483648" r:id="rId1"/>
  </p:sldMasterIdLst>
  <p:notesMasterIdLst>
    <p:notesMasterId r:id="rId5"/>
  </p:notesMasterIdLst>
  <p:sldIdLst>
    <p:sldId id="2814" r:id="rId2"/>
    <p:sldId id="2816" r:id="rId3"/>
    <p:sldId id="2817" r:id="rId4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" initials="" lastIdx="0" clrIdx="0"/>
  <p:cmAuthor id="7" name="邹 林宏" initials="邹" lastIdx="0" clrIdx="6"/>
  <p:cmAuthor id="1" name="陈俭喜" initials="u" lastIdx="3" clrIdx="0"/>
  <p:cmAuthor id="8" name="xmtangwin10@outlook.com" initials="x" lastIdx="0" clrIdx="7"/>
  <p:cmAuthor id="2" name="作者" initials="A" lastIdx="0" clrIdx="1"/>
  <p:cmAuthor id="9" name="MF" initials="M" lastIdx="0" clrIdx="8"/>
  <p:cmAuthor id="3" name="ting" initials="t" lastIdx="1" clrIdx="1"/>
  <p:cmAuthor id="5" name="admin" initials="a" lastIdx="1" clrIdx="4"/>
  <p:cmAuthor id="6" name="贺 子琪" initials="贺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C00027"/>
    <a:srgbClr val="002060"/>
    <a:srgbClr val="4472C4"/>
    <a:srgbClr val="DAE3F3"/>
    <a:srgbClr val="A9C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9B0BF3-63CE-4A78-B5B0-116864AD54F3}" styleName="表样式 1 14">
    <a:wholeTbl>
      <a:tcTxStyle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3103" autoAdjust="0"/>
    <p:restoredTop sz="87891" autoAdjust="0"/>
  </p:normalViewPr>
  <p:slideViewPr>
    <p:cSldViewPr snapToGrid="0">
      <p:cViewPr varScale="1">
        <p:scale>
          <a:sx n="123" d="100"/>
          <a:sy n="123" d="100"/>
        </p:scale>
        <p:origin x="216" y="3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3659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66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1049367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9D4BF-963B-8F41-B660-5375344241C9}" type="datetimeFigureOut">
              <a:rPr kumimoji="1" lang="zh-CN" altLang="en-US" smtClean="0"/>
              <a:t>2026/2/3</a:t>
            </a:fld>
            <a:endParaRPr kumimoji="1" lang="zh-CN" altLang="en-US"/>
          </a:p>
        </p:txBody>
      </p:sp>
      <p:sp>
        <p:nvSpPr>
          <p:cNvPr id="1049368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9369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049370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1049371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243948-E177-A648-BB38-A63BBE3EBD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3D36A3-008B-455F-0F8B-3ED8A97CA6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562100"/>
            <a:ext cx="9144000" cy="2603500"/>
          </a:xfrm>
        </p:spPr>
        <p:txBody>
          <a:bodyPr anchor="b"/>
          <a:lstStyle>
            <a:lvl1pPr algn="ctr">
              <a:defRPr sz="600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r>
              <a:rPr kumimoji="1"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报告题目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3BFF02-2E39-F1B2-BD8E-B580A6DBFB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287520"/>
            <a:ext cx="9144000" cy="1109980"/>
          </a:xfrm>
        </p:spPr>
        <p:txBody>
          <a:bodyPr>
            <a:noAutofit/>
          </a:bodyPr>
          <a:lstStyle>
            <a:lvl1pPr marL="0" indent="0" algn="ctr">
              <a:buNone/>
              <a:defRPr sz="320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报告人姓名</a:t>
            </a:r>
            <a:endParaRPr kumimoji="1" lang="en-US" altLang="zh-CN" dirty="0"/>
          </a:p>
          <a:p>
            <a:r>
              <a:rPr kumimoji="1" lang="zh-CN" altLang="en-US" dirty="0"/>
              <a:t>华中科技大学开放原子开源俱乐部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6AD721-E8A7-4636-D577-A9CECBFDF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B129-E853-7E44-B4A9-F8C03023130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33B4C0D-E7A2-0FC2-4F5E-42EDAA1E33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14961" y="-370099"/>
            <a:ext cx="5080001" cy="2037525"/>
          </a:xfrm>
          <a:prstGeom prst="rect">
            <a:avLst/>
          </a:prstGeom>
        </p:spPr>
      </p:pic>
      <p:pic>
        <p:nvPicPr>
          <p:cNvPr id="4" name="图形 3">
            <a:extLst>
              <a:ext uri="{FF2B5EF4-FFF2-40B4-BE49-F238E27FC236}">
                <a16:creationId xmlns:a16="http://schemas.microsoft.com/office/drawing/2014/main" id="{31E15E15-A08C-433F-C30B-8232A523C1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2960" y="-65538"/>
            <a:ext cx="2479040" cy="106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098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126" t="1755" r="7137" b="1"/>
          <a:stretch>
            <a:fillRect/>
          </a:stretch>
        </p:blipFill>
        <p:spPr>
          <a:xfrm>
            <a:off x="0" y="1"/>
            <a:ext cx="12192000" cy="668124"/>
          </a:xfrm>
          <a:prstGeom prst="rect">
            <a:avLst/>
          </a:prstGeom>
          <a:effectLst>
            <a:outerShdw blurRad="203200" dist="63500" dir="5400000" algn="t" rotWithShape="0">
              <a:prstClr val="black">
                <a:alpha val="29000"/>
              </a:prstClr>
            </a:outerShdw>
          </a:effectLst>
        </p:spPr>
      </p:pic>
      <p:sp>
        <p:nvSpPr>
          <p:cNvPr id="19" name="矩形: 圆角 18"/>
          <p:cNvSpPr/>
          <p:nvPr userDrawn="1"/>
        </p:nvSpPr>
        <p:spPr>
          <a:xfrm>
            <a:off x="0" y="51735"/>
            <a:ext cx="116681" cy="56465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5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91791" y="51735"/>
            <a:ext cx="9843611" cy="616392"/>
          </a:xfrm>
        </p:spPr>
        <p:txBody>
          <a:bodyPr>
            <a:noAutofit/>
          </a:bodyPr>
          <a:lstStyle>
            <a:lvl1pPr>
              <a:defRPr sz="4000" b="1" baseline="0">
                <a:solidFill>
                  <a:srgbClr val="002060"/>
                </a:solidFill>
                <a:latin typeface="Heiti SC Medium" pitchFamily="2" charset="-128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E3B15CF-29F6-D614-81E1-B2BFD85C1C1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72287" y="-92747"/>
            <a:ext cx="1690839" cy="725287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6C74CA4-CC46-4594-0619-4BC2DC15B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E4E36D-49E8-BBCE-7C89-7052698A1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68B705-E7D9-F7E7-87E4-7A515A56B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1D17A-8230-C545-A300-F15A266F56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4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F18F43-6CEB-1A39-F567-1C4E3201C4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华中科技大学</a:t>
            </a:r>
            <a:br>
              <a:rPr kumimoji="1" lang="en-US" altLang="zh-CN" dirty="0"/>
            </a:br>
            <a:r>
              <a:rPr kumimoji="1" lang="zh-CN" altLang="en-US" dirty="0"/>
              <a:t>开放原子开源俱乐部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DE9278-6901-A7D3-28DA-48FB3FA1BC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慕冬亮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4098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C3578F-2656-9BFD-17C9-A6CE28313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2FEE4A9-8525-0CA4-2627-805291B8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479626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BC15BA-8892-8ADA-9375-50E920D3F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8770121-2419-1034-41DE-83CF859B4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  <a:t>2</a:t>
            </a:fld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D73A250-D370-09EF-B9CF-82518A569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326" y="1604888"/>
            <a:ext cx="3537174" cy="353717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2A8E9DD-148D-9F1A-6A46-24D26828DC3D}"/>
              </a:ext>
            </a:extLst>
          </p:cNvPr>
          <p:cNvSpPr txBox="1"/>
          <p:nvPr/>
        </p:nvSpPr>
        <p:spPr>
          <a:xfrm>
            <a:off x="8507185" y="5215948"/>
            <a:ext cx="32657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i="0" dirty="0">
                <a:solidFill>
                  <a:srgbClr val="353535"/>
                </a:solidFill>
                <a:effectLst/>
                <a:latin typeface="mp-quote"/>
              </a:rPr>
              <a:t>公众号</a:t>
            </a:r>
            <a:r>
              <a:rPr lang="zh-CN" altLang="en-US" sz="2000" b="0" i="0" dirty="0">
                <a:solidFill>
                  <a:srgbClr val="353535"/>
                </a:solidFill>
                <a:effectLst/>
                <a:latin typeface="mp-quote"/>
              </a:rPr>
              <a:t>：开源内核安全修炼</a:t>
            </a:r>
            <a:endParaRPr lang="en-US" altLang="zh-CN" sz="2000" b="0" i="0" dirty="0">
              <a:solidFill>
                <a:srgbClr val="353535"/>
              </a:solidFill>
              <a:effectLst/>
              <a:latin typeface="mp-quote"/>
            </a:endParaRPr>
          </a:p>
          <a:p>
            <a:r>
              <a:rPr lang="zh-CN" altLang="en-US" sz="2000" b="1" dirty="0">
                <a:solidFill>
                  <a:srgbClr val="353535"/>
                </a:solidFill>
                <a:latin typeface="mp-quote"/>
              </a:rPr>
              <a:t>微信号</a:t>
            </a:r>
            <a:r>
              <a:rPr lang="zh-CN" altLang="en-US" sz="2000" dirty="0">
                <a:solidFill>
                  <a:srgbClr val="353535"/>
                </a:solidFill>
                <a:latin typeface="mp-quote"/>
              </a:rPr>
              <a:t>：</a:t>
            </a:r>
            <a:r>
              <a:rPr lang="en-US" altLang="zh-CN" sz="2000" dirty="0" err="1">
                <a:solidFill>
                  <a:srgbClr val="353535"/>
                </a:solidFill>
                <a:latin typeface="mp-quote"/>
              </a:rPr>
              <a:t>kernel_sec_pratice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28128833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50000114,50053024]}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等线 Light"/>
        <a:ea typeface="等线 Light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B9CDEC"/>
        </a:solidFill>
        <a:ln>
          <a:noFill/>
        </a:ln>
      </a:spPr>
      <a:bodyPr rtlCol="0" anchor="ctr"/>
      <a:lstStyle>
        <a:defPPr algn="ctr"/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28</Words>
  <Application>Microsoft Macintosh PowerPoint</Application>
  <PresentationFormat>宽屏</PresentationFormat>
  <Paragraphs>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等线</vt:lpstr>
      <vt:lpstr>等线 Light</vt:lpstr>
      <vt:lpstr>KaiTi</vt:lpstr>
      <vt:lpstr>Heiti SC Medium</vt:lpstr>
      <vt:lpstr>mp-quote</vt:lpstr>
      <vt:lpstr>Arial</vt:lpstr>
      <vt:lpstr>1_Office 主题​​</vt:lpstr>
      <vt:lpstr>华中科技大学 开放原子开源俱乐部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武汉金银湖实验室</dc:title>
  <dc:creator>徐 鹏</dc:creator>
  <cp:lastModifiedBy>Microsoft Office User</cp:lastModifiedBy>
  <cp:revision>78</cp:revision>
  <dcterms:created xsi:type="dcterms:W3CDTF">2025-07-16T01:28:00Z</dcterms:created>
  <dcterms:modified xsi:type="dcterms:W3CDTF">2026-02-03T05:56:07Z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9944AE460FB247CDA77F6183CB562CB8_13</vt:lpwstr>
  </property>
  <property fmtid="{D5CDD505-2E9C-101B-9397-08002B2CF9AE}" pid="3" name="KSOProductBuildVer">
    <vt:lpwstr>2052-12.1.0.23542</vt:lpwstr>
  </property>
</Properties>
</file>